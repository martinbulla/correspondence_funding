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1" r:id="rId3"/>
    <p:sldId id="260" r:id="rId4"/>
    <p:sldId id="258" r:id="rId5"/>
    <p:sldId id="257" r:id="rId6"/>
    <p:sldId id="256" r:id="rId7"/>
    <p:sldId id="259" r:id="rId8"/>
    <p:sldId id="263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B22848-15FA-9A31-F195-51E4FD002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A3B359A-7354-6908-16EB-061F83CE0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238ECBB-9656-20BB-6A62-A14C7900A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1FB-27C8-491A-912E-603043E33C75}" type="datetimeFigureOut">
              <a:rPr lang="cs-CZ" smtClean="0"/>
              <a:t>09.02.2026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4889143-6D58-3A30-23DF-824473927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33B1493-C249-FDCB-BEBA-5E7FDD75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632D-96A5-411E-92B2-B7401C7068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9193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A0CD8F-9ADD-40E2-751A-8C28BCF0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2346F0-1805-B488-6E39-2ECB03D0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4BB7F77-496C-9156-D0EB-6B512FFA9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1FB-27C8-491A-912E-603043E33C75}" type="datetimeFigureOut">
              <a:rPr lang="cs-CZ" smtClean="0"/>
              <a:t>09.02.2026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648F128-04A9-EE43-4C1D-66A527B4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363E27E-29DB-3377-F762-4ADAE0BD2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632D-96A5-411E-92B2-B7401C7068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6058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B6DA57-DE11-FE5C-ECF2-11B2E5C0D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21332EF-F8EE-7040-2C98-1D7B9714B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13B4AE5-DE17-0EC4-61DC-1E0B45991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1FB-27C8-491A-912E-603043E33C75}" type="datetimeFigureOut">
              <a:rPr lang="cs-CZ" smtClean="0"/>
              <a:t>09.02.2026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3FF9D54-4E9B-93C0-5B0D-D69CEC10B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20DEF85-440D-A42B-2E9C-30972EF93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632D-96A5-411E-92B2-B7401C7068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6120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51267D-3784-22FA-DACD-F5AB0CEB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492D72-72C5-18DD-5FE9-6A6309A4BC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814BADF-E0A7-7226-4BAE-46ECB6964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0B249E2-9B27-1A86-E4BE-958506FA5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1FB-27C8-491A-912E-603043E33C75}" type="datetimeFigureOut">
              <a:rPr lang="cs-CZ" smtClean="0"/>
              <a:t>09.02.2026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23CCB61-91CA-4C96-380F-097276B8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ABA080E-3E75-F8C7-06B8-D78855C7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632D-96A5-411E-92B2-B7401C7068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099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AAF628-1831-C8EE-8EEE-96A2AFE03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C5131C-5048-4465-1C8C-DC13E26E4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D041E94-7DD8-4D5E-31E4-234FB6021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8DB91022-52F6-F142-52C4-019CD58FF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670B2CE-CE2A-1E5D-8898-49427B70E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4079E9E-9955-557D-6C6A-843541D19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1FB-27C8-491A-912E-603043E33C75}" type="datetimeFigureOut">
              <a:rPr lang="cs-CZ" smtClean="0"/>
              <a:t>09.02.2026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CE610E31-A8CB-291D-863E-95D378F38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BDB7467A-CE25-7C12-4935-244B1C97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632D-96A5-411E-92B2-B7401C7068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944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D8E9D8-76F8-C43C-D811-B4B1D72FC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253F715-B454-338F-38BC-5D7AB52E0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1FB-27C8-491A-912E-603043E33C75}" type="datetimeFigureOut">
              <a:rPr lang="cs-CZ" smtClean="0"/>
              <a:t>09.02.2026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0838AF8-B4FF-8112-E257-31DBD76EA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8DC6805-70B1-6718-97FD-C09BF112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632D-96A5-411E-92B2-B7401C7068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20340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9B8AA6E6-7722-845E-514F-739B0207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1FB-27C8-491A-912E-603043E33C75}" type="datetimeFigureOut">
              <a:rPr lang="cs-CZ" smtClean="0"/>
              <a:t>09.02.2026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44F1EA5A-3E13-5B59-ADD1-BBE438F50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CD5CFDD-73A5-6EB9-7D16-24475182C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632D-96A5-411E-92B2-B7401C7068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22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B51239-C7C1-2C02-09AB-E177EC225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A44678F-947D-AACD-22EC-D7FBF7F2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8EC31B8-761F-66F5-105F-FB8B1AA03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1597575-3E81-15B7-6F6A-DBF26D11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1FB-27C8-491A-912E-603043E33C75}" type="datetimeFigureOut">
              <a:rPr lang="cs-CZ" smtClean="0"/>
              <a:t>09.02.2026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1E03376-C059-8BD4-8268-F32AEB6E4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AACB5CB-FF4C-2654-30C9-793D90247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632D-96A5-411E-92B2-B7401C7068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6201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9EC006-AEF2-6F3F-664D-C20B397D3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5679196-5500-2032-F682-5C0995EF95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764378E-0E4D-5D84-CECF-886A54193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A9A8383-66F3-F2A3-026C-C4FDBEB43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1FB-27C8-491A-912E-603043E33C75}" type="datetimeFigureOut">
              <a:rPr lang="cs-CZ" smtClean="0"/>
              <a:t>09.02.2026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0077F60-FF17-E2F1-3E99-EF4235D92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990C61D-05D5-1F87-F225-690997015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632D-96A5-411E-92B2-B7401C7068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419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E834AE-3AFD-6BE8-237E-D605DB9F3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C0B1F3D-0F52-708A-32E1-4A1617D8C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9BE1B52-7697-4954-7197-E03F32EAB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1FB-27C8-491A-912E-603043E33C75}" type="datetimeFigureOut">
              <a:rPr lang="cs-CZ" smtClean="0"/>
              <a:t>09.02.2026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9157D8F-CD05-E225-1A95-22BDD2F1F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852F28B-D2F2-7386-A1E0-4170DE2D8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632D-96A5-411E-92B2-B7401C7068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6021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A31C2EA7-E223-FDA5-5E7F-FFF8FF6BA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C81ADFC-04F8-DACD-F137-DB87B52C9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63AF2C4-274B-4154-026C-E58719007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1FB-27C8-491A-912E-603043E33C75}" type="datetimeFigureOut">
              <a:rPr lang="cs-CZ" smtClean="0"/>
              <a:t>09.02.2026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6FE6F1D-6146-C7E6-0570-679004873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E61525E-D293-3EDE-6CB1-12D4245F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632D-96A5-411E-92B2-B7401C7068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3869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18E74E6-9252-7835-2C7D-0085C1708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FDC29F9-27D3-8B7B-752B-F6F40CE97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40BCC9B-269A-1B4B-9E0D-77CECAE4A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8301FB-27C8-491A-912E-603043E33C75}" type="datetimeFigureOut">
              <a:rPr lang="cs-CZ" smtClean="0"/>
              <a:t>09.02.2026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97077D-587E-881E-3B50-D902D3896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01DC9A3-7310-03F4-26B4-12C151792C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9632D-96A5-411E-92B2-B7401C7068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738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, snímek obrazovky, číslo, Paralelní&#10;&#10;Obsah generovaný pomocí AI může být nesprávný.">
            <a:extLst>
              <a:ext uri="{FF2B5EF4-FFF2-40B4-BE49-F238E27FC236}">
                <a16:creationId xmlns:a16="http://schemas.microsoft.com/office/drawing/2014/main" id="{938DD446-B289-06F9-C67E-EF8F02961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98" y="290074"/>
            <a:ext cx="9878804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98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, snímek obrazovky, číslo, Paralelní&#10;&#10;Obsah generovaný pomocí AI může být nesprávný.">
            <a:extLst>
              <a:ext uri="{FF2B5EF4-FFF2-40B4-BE49-F238E27FC236}">
                <a16:creationId xmlns:a16="http://schemas.microsoft.com/office/drawing/2014/main" id="{83832500-BB1F-94FC-BEDF-2EF1E1EB6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93" y="194811"/>
            <a:ext cx="9774014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96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, snímek obrazovky, Paralelní, číslo&#10;&#10;Obsah generovaný pomocí AI může být nesprávný.">
            <a:extLst>
              <a:ext uri="{FF2B5EF4-FFF2-40B4-BE49-F238E27FC236}">
                <a16:creationId xmlns:a16="http://schemas.microsoft.com/office/drawing/2014/main" id="{5F688A51-8735-2A84-25DE-D994A7E47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835" y="280548"/>
            <a:ext cx="9526329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5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8AC4629-771A-1ED0-DA38-0BB0156FB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657" y="226141"/>
            <a:ext cx="7388686" cy="606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61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E7E574B-707C-78D5-CF03-6D7FFB241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922" y="490119"/>
            <a:ext cx="7066014" cy="554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894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80252A-EA65-7F69-C651-12E0AF7E90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6BDEFCA-9EB6-9022-47F9-A3BDBE344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716DFB-9C3C-72AA-9613-9FFED4E47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38" y="0"/>
            <a:ext cx="8237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392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 descr="Obsah obrázku text, snímek obrazovky, číslo&#10;&#10;Obsah generovaný pomocí AI může být nesprávný.">
            <a:extLst>
              <a:ext uri="{FF2B5EF4-FFF2-40B4-BE49-F238E27FC236}">
                <a16:creationId xmlns:a16="http://schemas.microsoft.com/office/drawing/2014/main" id="{9B6A99D2-45E1-E3FB-5DEB-6B019C759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787" y="117987"/>
            <a:ext cx="78560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835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, dokument, snímek obrazovky, papír&#10;&#10;Obsah generovaný pomocí AI může být nesprávný.">
            <a:extLst>
              <a:ext uri="{FF2B5EF4-FFF2-40B4-BE49-F238E27FC236}">
                <a16:creationId xmlns:a16="http://schemas.microsoft.com/office/drawing/2014/main" id="{76F9B138-1CB4-0D4E-F2A1-D8A7A575B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122" y="0"/>
            <a:ext cx="7137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601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E5732F80CAC7149A8493EA662341F2E" ma:contentTypeVersion="19" ma:contentTypeDescription="Vytvoří nový dokument" ma:contentTypeScope="" ma:versionID="639d753ef4d05bbef1450c3e164de69d">
  <xsd:schema xmlns:xsd="http://www.w3.org/2001/XMLSchema" xmlns:xs="http://www.w3.org/2001/XMLSchema" xmlns:p="http://schemas.microsoft.com/office/2006/metadata/properties" xmlns:ns2="282e7d2b-432f-4782-9cec-56d7fe7943b8" xmlns:ns3="442d7528-c166-408b-a93b-9923b96bb9f2" targetNamespace="http://schemas.microsoft.com/office/2006/metadata/properties" ma:root="true" ma:fieldsID="bf9bebd344c04b3446920d9354ea8373" ns2:_="" ns3:_="">
    <xsd:import namespace="282e7d2b-432f-4782-9cec-56d7fe7943b8"/>
    <xsd:import namespace="442d7528-c166-408b-a93b-9923b96bb9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2e7d2b-432f-4782-9cec-56d7fe7943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Značky obrázků" ma:readOnly="false" ma:fieldId="{5cf76f15-5ced-4ddc-b409-7134ff3c332f}" ma:taxonomyMulti="true" ma:sspId="6104055d-a7a1-4227-823d-893947fae55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2d7528-c166-408b-a93b-9923b96bb9f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0326c34-2d45-4619-a890-b7223ed7f7f8}" ma:internalName="TaxCatchAll" ma:showField="CatchAllData" ma:web="442d7528-c166-408b-a93b-9923b96bb9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82e7d2b-432f-4782-9cec-56d7fe7943b8">
      <Terms xmlns="http://schemas.microsoft.com/office/infopath/2007/PartnerControls"/>
    </lcf76f155ced4ddcb4097134ff3c332f>
    <TaxCatchAll xmlns="442d7528-c166-408b-a93b-9923b96bb9f2" xsi:nil="true"/>
  </documentManagement>
</p:properties>
</file>

<file path=customXml/itemProps1.xml><?xml version="1.0" encoding="utf-8"?>
<ds:datastoreItem xmlns:ds="http://schemas.openxmlformats.org/officeDocument/2006/customXml" ds:itemID="{081F6AE8-C28B-425D-A5C5-DD208D9C60DF}"/>
</file>

<file path=customXml/itemProps2.xml><?xml version="1.0" encoding="utf-8"?>
<ds:datastoreItem xmlns:ds="http://schemas.openxmlformats.org/officeDocument/2006/customXml" ds:itemID="{2B722E08-6415-45EB-B646-F25C7EF64602}"/>
</file>

<file path=customXml/itemProps3.xml><?xml version="1.0" encoding="utf-8"?>
<ds:datastoreItem xmlns:ds="http://schemas.openxmlformats.org/officeDocument/2006/customXml" ds:itemID="{DDDFAB05-0592-48F4-A6FC-77FE6645865B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Širokoúhlá obrazovka</PresentationFormat>
  <Paragraphs>0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Trakalová Emilie</dc:creator>
  <cp:lastModifiedBy>Trakalová Emilie</cp:lastModifiedBy>
  <cp:revision>1</cp:revision>
  <dcterms:created xsi:type="dcterms:W3CDTF">2026-02-09T17:20:18Z</dcterms:created>
  <dcterms:modified xsi:type="dcterms:W3CDTF">2026-02-09T17:30:07Z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0x0101005E5732F80CAC7149A8493EA662341F2E</vt:lpwstr>
  </property>
</Properties>
</file>